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Improving Productivity Under Changing Client Requirements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Guidance for Engineering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Strengthen Requirement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 “Definition of Ready” for clear criteria</a:t>
            </a:r>
          </a:p>
          <a:p>
            <a:pPr/>
            <a:r>
              <a:t>Introduce change-control gates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 Communication With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Hold weekly change review meetings</a:t>
            </a:r>
          </a:p>
          <a:p>
            <a:pPr/>
            <a:r>
              <a:t>Use impact matrices to show trade-offs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 Engineer Focus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shielded sprints with locked requirements</a:t>
            </a:r>
          </a:p>
          <a:p>
            <a:pPr/>
            <a:r>
              <a:t>Provide deep-work blocks &amp; reduce interruptions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 Agile Practices for Volatile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Kanban for better flexibility</a:t>
            </a:r>
          </a:p>
          <a:p>
            <a:pPr/>
            <a:r>
              <a:t>Feature flags to reduce rework and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 Internal Engineering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CI/CD, testing, and linting</a:t>
            </a:r>
          </a:p>
          <a:p>
            <a:pPr/>
            <a:r>
              <a:t>Use modular architecture to reduce impact of changes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 Client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every change using CRs</a:t>
            </a:r>
          </a:p>
          <a:p>
            <a:pPr/>
            <a:r>
              <a:t>Communicate timeline impacts clearly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Boost Team Morale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 engineers decision-making input</a:t>
            </a:r>
          </a:p>
          <a:p>
            <a:pPr/>
            <a:r>
              <a:t>Recognize invisible work &amp; manage burnout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